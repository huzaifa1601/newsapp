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4D2A-6DCA-E208-08AB-2F114914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7E873-4D22-88C6-DB04-306CAA2B9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398D-73DA-50C7-3691-988A770FD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72A3-D6C0-2141-ECF5-DB094A24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B78D0-E30E-50E0-2A64-5B5C0750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080A-7CFE-AA2A-56E8-7A258883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E7A4-F31A-320B-C124-AAE35AE5A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5FCB-EFB0-100E-0CDE-B3399581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766B-B615-6550-99EB-5F37134E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06F13-835C-5F49-54CB-DD3A6F77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5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900F-92D8-733A-837C-1E0C7D60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4BC57-D881-DF97-D8E2-AC04F070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718-D259-598A-B76D-C117E4D9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FDCFC-D878-2B76-CAC0-61763381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4D3B6-8E0E-1015-B44B-E6C091A4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195F-AE95-D026-070C-D801306C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FE2B-76A8-7826-9E77-9E1F0E0DA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66D8D-F20F-7D73-D633-858FB9904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742B1-0FB4-B9F1-AD89-5E6BEBEC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7B20-ADB9-2BCD-F5B4-FAC77CAF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C6497-BE67-0E50-2773-8F2E2320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6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242D-6396-9E6C-B1DF-35923ACE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F13BB-3C82-EF97-48A4-E189A794A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BD88A-12F8-A07B-CEAF-A02F1F3F8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A24D5-1643-21F1-B7F2-736704C94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AF2BB-FC36-B08E-443D-F01F3A759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9884C-B342-B4FE-9C63-CB27A350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6A5A7-0AAC-FA24-66C7-9429D6CE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49111-2015-5D25-D4D2-7463A747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6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598A-C4E0-A21B-7565-45E9ACAF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AF886-DF1C-4A2D-08A8-43D7AB9A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3E966-71E2-3CB9-47F7-AB407D0C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2CF2A-780D-2C3A-021C-C4263C6D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51EDA-D4D9-CD9E-0BAD-B4B92E51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46D6E-39E9-9B2D-8841-6EEF4379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185DC-155A-95B8-C053-3AAEC4C9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402E-31E4-809F-5552-2D14541D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0160-4811-DFF3-428C-DD05AB8C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75369-171E-73A9-9C00-69A563437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033E3-1561-9A44-68E8-C2C099F2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335E2-773D-6D5F-484F-2E40C2F9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A205B-F2F5-68D0-0C8E-FFA7E01C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9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F31E-6867-61B0-8667-7ECDCC4D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F064D-54E3-5A58-1A00-ECBE5290D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9E76D-73DD-B334-D9C2-1E5F6FF8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4A56C-5EA3-CAA7-6D9B-94CBC51C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58B06-A0C5-48F9-C3E4-DBDCD44A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1C7DD-88FD-49D8-07BF-D350D55A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9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61E1-82A3-E6F7-42D5-052C7019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C6BF9-39D0-0D37-9C6C-8DE57A87D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1C27D-CE0B-14B9-CC27-5F75C499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B607-EA17-1CE2-BF51-9E1BAD36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4E19-B040-C82B-0449-C62F7847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8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2BE78-8D68-5184-40A4-2A87DBCA4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48B37-9035-C80A-5E4C-0175F0D9A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7C141-B62B-5F1E-7D38-F979656D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C562-B755-5691-E4F5-B5677393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7B393-D3FC-927A-E967-E177CF39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6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62D7-B336-ECB7-4EA9-F5D4887F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3FE93-F954-0D99-5DD4-9F0819A3A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162D-6374-B240-31F8-FAAE5461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6F952-5A77-CB2D-5E8D-8B89176C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A3BB5-0C39-4AB7-8F08-5B853EFA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9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DE70B-E364-34DB-E48D-F0B2A690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922D-AB9B-BAFE-7A9A-4058EEB7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D81DC-7A19-B57B-CFDA-8B758249E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7D165-46DD-4038-8463-8DBAAFB6AAB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20C0-30C6-B28D-C21F-8FCFE956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9FB3A-EA6C-9B8B-BFCA-0F37A13C6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145BF-00C3-47CA-8FA9-0E5ED2A9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9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AA2E-0F1F-46D7-7110-2BB53253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  <a:latin typeface="Aptos Display" panose="020B0004020202020204" pitchFamily="34" charset="0"/>
              </a:rPr>
              <a:t>PulseWire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7ADBD-D653-00C7-610C-D167B80C5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 panose="020B0004020202020204" pitchFamily="34" charset="0"/>
              </a:rPr>
              <a:t>Premium Full-Stack News Mobile Application</a:t>
            </a:r>
          </a:p>
          <a:p>
            <a:r>
              <a:rPr lang="en-US" sz="2400">
                <a:solidFill>
                  <a:srgbClr val="FFFFFF"/>
                </a:solidFill>
                <a:latin typeface="Aptos" panose="020B0004020202020204" pitchFamily="34" charset="0"/>
              </a:rPr>
              <a:t>Built with Flutter, Riverpod, Express.js, and Firebase</a:t>
            </a:r>
          </a:p>
          <a:p>
            <a:r>
              <a:rPr lang="en-US" sz="2400">
                <a:solidFill>
                  <a:srgbClr val="FFFFFF"/>
                </a:solidFill>
                <a:latin typeface="Aptos" panose="020B0004020202020204" pitchFamily="34" charset="0"/>
              </a:rPr>
              <a:t>Goal: a scalable, modern, App Store-ready news experience</a:t>
            </a:r>
          </a:p>
        </p:txBody>
      </p:sp>
    </p:spTree>
    <p:extLst>
      <p:ext uri="{BB962C8B-B14F-4D97-AF65-F5344CB8AC3E}">
        <p14:creationId xmlns:p14="http://schemas.microsoft.com/office/powerpoint/2010/main" val="244756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A4CA-D04A-28A9-BAA0-BEAB4071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75F4B-35CE-B956-8541-09BB0BEED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Many news apps provide content but weak user experience</a:t>
            </a:r>
          </a:p>
          <a:p>
            <a:r>
              <a:rPr lang="en-US" sz="2400">
                <a:latin typeface="Aptos" panose="020B0004020202020204" pitchFamily="34" charset="0"/>
              </a:rPr>
              <a:t>Common issues: generic UI, poor personalization, and limited architecture</a:t>
            </a:r>
          </a:p>
          <a:p>
            <a:r>
              <a:rPr lang="en-US" sz="2400">
                <a:latin typeface="Aptos" panose="020B0004020202020204" pitchFamily="34" charset="0"/>
              </a:rPr>
              <a:t>PulseWire solves this with premium design, personalization, and scalable engineering</a:t>
            </a:r>
          </a:p>
        </p:txBody>
      </p:sp>
    </p:spTree>
    <p:extLst>
      <p:ext uri="{BB962C8B-B14F-4D97-AF65-F5344CB8AC3E}">
        <p14:creationId xmlns:p14="http://schemas.microsoft.com/office/powerpoint/2010/main" val="399909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A225-6E3E-3D87-B11E-0380A2C9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Solution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2D738-D35D-4C18-EA50-57A500CF1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PulseWire delivers a visually polished and technically strong news platform</a:t>
            </a:r>
          </a:p>
          <a:p>
            <a:r>
              <a:rPr lang="en-US" sz="2400">
                <a:latin typeface="Aptos" panose="020B0004020202020204" pitchFamily="34" charset="0"/>
              </a:rPr>
              <a:t>Users can onboard, authenticate, search, read, save, and personalize their experience</a:t>
            </a:r>
          </a:p>
          <a:p>
            <a:r>
              <a:rPr lang="en-US" sz="2400">
                <a:latin typeface="Aptos" panose="020B0004020202020204" pitchFamily="34" charset="0"/>
              </a:rPr>
              <a:t>The system is designed for both strong UX and real backend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50037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2389-B133-0178-2079-E9DC2017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Tech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1347-C19F-5142-B42D-7D31D6D8F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Frontend: Flutter, Material 3, Riverpod, GoRouter</a:t>
            </a:r>
          </a:p>
          <a:p>
            <a:r>
              <a:rPr lang="en-US" sz="2400">
                <a:latin typeface="Aptos" panose="020B0004020202020204" pitchFamily="34" charset="0"/>
              </a:rPr>
              <a:t>Backend: Node.js, Express.js, JWT, Zod</a:t>
            </a:r>
          </a:p>
          <a:p>
            <a:r>
              <a:rPr lang="en-US" sz="2400">
                <a:latin typeface="Aptos" panose="020B0004020202020204" pitchFamily="34" charset="0"/>
              </a:rPr>
              <a:t>Cloud: Firebase Auth, Firestore, Storage, Messaging support</a:t>
            </a:r>
          </a:p>
        </p:txBody>
      </p:sp>
    </p:spTree>
    <p:extLst>
      <p:ext uri="{BB962C8B-B14F-4D97-AF65-F5344CB8AC3E}">
        <p14:creationId xmlns:p14="http://schemas.microsoft.com/office/powerpoint/2010/main" val="22031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40DE-2D1A-A653-C465-4B69C5D7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4027-7593-F302-08C7-641EA0EBB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Flutter app handles presentation, user interaction, and client-side state</a:t>
            </a:r>
          </a:p>
          <a:p>
            <a:r>
              <a:rPr lang="en-US" sz="2400">
                <a:latin typeface="Aptos" panose="020B0004020202020204" pitchFamily="34" charset="0"/>
              </a:rPr>
              <a:t>Express backend provides APIs, admin operations, analytics, and validation</a:t>
            </a:r>
          </a:p>
          <a:p>
            <a:r>
              <a:rPr lang="en-US" sz="2400">
                <a:latin typeface="Aptos" panose="020B0004020202020204" pitchFamily="34" charset="0"/>
              </a:rPr>
              <a:t>Firebase supports authentication, database, storage, and cloud-ready scalability</a:t>
            </a:r>
          </a:p>
        </p:txBody>
      </p:sp>
    </p:spTree>
    <p:extLst>
      <p:ext uri="{BB962C8B-B14F-4D97-AF65-F5344CB8AC3E}">
        <p14:creationId xmlns:p14="http://schemas.microsoft.com/office/powerpoint/2010/main" val="355048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81CE-8A1D-4962-B03A-ABEFCB2F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Flutter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812C7-DB13-9E94-57C0-4D71055AE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The app follows Clean Architecture: Presentation, Domain, and Data layers</a:t>
            </a:r>
          </a:p>
          <a:p>
            <a:r>
              <a:rPr lang="en-US" sz="2400">
                <a:latin typeface="Aptos" panose="020B0004020202020204" pitchFamily="34" charset="0"/>
              </a:rPr>
              <a:t>Feature-based folders: auth, news, onboarding, profile, settings, shell</a:t>
            </a:r>
          </a:p>
          <a:p>
            <a:r>
              <a:rPr lang="en-US" sz="2400">
                <a:latin typeface="Aptos" panose="020B0004020202020204" pitchFamily="34" charset="0"/>
              </a:rPr>
              <a:t>This makes the code modular, testable, and easier to scale</a:t>
            </a:r>
          </a:p>
        </p:txBody>
      </p:sp>
    </p:spTree>
    <p:extLst>
      <p:ext uri="{BB962C8B-B14F-4D97-AF65-F5344CB8AC3E}">
        <p14:creationId xmlns:p14="http://schemas.microsoft.com/office/powerpoint/2010/main" val="322773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5F93-1D47-7FA3-7BBC-6996947A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Frontend User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E612-C62D-184C-31E5-6E82FDD1F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Splash initializes services and checks app state</a:t>
            </a:r>
          </a:p>
          <a:p>
            <a:r>
              <a:rPr lang="en-US" sz="2400">
                <a:latin typeface="Aptos" panose="020B0004020202020204" pitchFamily="34" charset="0"/>
              </a:rPr>
              <a:t>Onboarding introduces the product before entry</a:t>
            </a:r>
          </a:p>
          <a:p>
            <a:r>
              <a:rPr lang="en-US" sz="2400">
                <a:latin typeface="Aptos" panose="020B0004020202020204" pitchFamily="34" charset="0"/>
              </a:rPr>
              <a:t>Authentication leads into the main shell with Home, Search, Saved, and Profile</a:t>
            </a:r>
          </a:p>
        </p:txBody>
      </p:sp>
    </p:spTree>
    <p:extLst>
      <p:ext uri="{BB962C8B-B14F-4D97-AF65-F5344CB8AC3E}">
        <p14:creationId xmlns:p14="http://schemas.microsoft.com/office/powerpoint/2010/main" val="104210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E0F3-94A3-F69C-8993-911F3FBE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UI and UX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81FBE-C956-4F64-9A14-46945DDE5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Material 3 with custom light and dark themes</a:t>
            </a:r>
          </a:p>
          <a:p>
            <a:r>
              <a:rPr lang="en-US" sz="2400">
                <a:latin typeface="Aptos" panose="020B0004020202020204" pitchFamily="34" charset="0"/>
              </a:rPr>
              <a:t>Glassmorphism-inspired cards, strong typography, and smooth transitions</a:t>
            </a:r>
          </a:p>
          <a:p>
            <a:r>
              <a:rPr lang="en-US" sz="2400">
                <a:latin typeface="Aptos" panose="020B0004020202020204" pitchFamily="34" charset="0"/>
              </a:rPr>
              <a:t>Reusable components create a premium and consistent visual system</a:t>
            </a:r>
          </a:p>
        </p:txBody>
      </p:sp>
    </p:spTree>
    <p:extLst>
      <p:ext uri="{BB962C8B-B14F-4D97-AF65-F5344CB8AC3E}">
        <p14:creationId xmlns:p14="http://schemas.microsoft.com/office/powerpoint/2010/main" val="121850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67CE-3304-EB64-6683-87D1FFC5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Home Screen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237BA-3630-C741-1F2F-5B046F1BA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Breaking news carousel with auto-scroll</a:t>
            </a:r>
          </a:p>
          <a:p>
            <a:r>
              <a:rPr lang="en-US" sz="2400">
                <a:latin typeface="Aptos" panose="020B0004020202020204" pitchFamily="34" charset="0"/>
              </a:rPr>
              <a:t>Category filters, trending stories, personalized feed, and latest feed</a:t>
            </a:r>
          </a:p>
          <a:p>
            <a:r>
              <a:rPr lang="en-US" sz="2400">
                <a:latin typeface="Aptos" panose="020B0004020202020204" pitchFamily="34" charset="0"/>
              </a:rPr>
              <a:t>Pull-to-refresh, infinite scrolling, bookmark shortcuts, and skeleton loading</a:t>
            </a:r>
          </a:p>
        </p:txBody>
      </p:sp>
    </p:spTree>
    <p:extLst>
      <p:ext uri="{BB962C8B-B14F-4D97-AF65-F5344CB8AC3E}">
        <p14:creationId xmlns:p14="http://schemas.microsoft.com/office/powerpoint/2010/main" val="402779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94A5-B582-A039-C914-1AFE1A27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Search, Detail, and Bookmarks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A02F9-39CF-23C1-F158-CFF81184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Search uses debounce, suggestions, category filters, and voice search hook</a:t>
            </a:r>
          </a:p>
          <a:p>
            <a:r>
              <a:rPr lang="en-US" sz="2400">
                <a:latin typeface="Aptos" panose="020B0004020202020204" pitchFamily="34" charset="0"/>
              </a:rPr>
              <a:t>Article detail supports hero animation, share, bookmark, like, and text-to-speech</a:t>
            </a:r>
          </a:p>
          <a:p>
            <a:r>
              <a:rPr lang="en-US" sz="2400">
                <a:latin typeface="Aptos" panose="020B0004020202020204" pitchFamily="34" charset="0"/>
              </a:rPr>
              <a:t>Bookmarks are cached locally to support an offline-friendly reading flow</a:t>
            </a:r>
          </a:p>
        </p:txBody>
      </p:sp>
    </p:spTree>
    <p:extLst>
      <p:ext uri="{BB962C8B-B14F-4D97-AF65-F5344CB8AC3E}">
        <p14:creationId xmlns:p14="http://schemas.microsoft.com/office/powerpoint/2010/main" val="131656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AE6C-10D8-DE0E-8F79-6ECADDD7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Profile and Personalization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660F2-12A0-F0F7-9491-FFF9E4782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Profile includes avatar, saved article count, reading history, and preferences</a:t>
            </a:r>
          </a:p>
          <a:p>
            <a:r>
              <a:rPr lang="en-US" sz="2400">
                <a:latin typeface="Aptos" panose="020B0004020202020204" pitchFamily="34" charset="0"/>
              </a:rPr>
              <a:t>Users can change theme, language, and category interests</a:t>
            </a:r>
          </a:p>
          <a:p>
            <a:r>
              <a:rPr lang="en-US" sz="2400">
                <a:latin typeface="Aptos" panose="020B0004020202020204" pitchFamily="34" charset="0"/>
              </a:rPr>
              <a:t>The app personalizes content using preferences and reading behavior</a:t>
            </a:r>
          </a:p>
        </p:txBody>
      </p:sp>
    </p:spTree>
    <p:extLst>
      <p:ext uri="{BB962C8B-B14F-4D97-AF65-F5344CB8AC3E}">
        <p14:creationId xmlns:p14="http://schemas.microsoft.com/office/powerpoint/2010/main" val="286862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B4E2-FB00-05D0-0911-F91963C5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Backend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7614F-F3DF-E344-1727-F15C594DE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Backend is structured into routes, controllers, services, middlewares, and config</a:t>
            </a:r>
          </a:p>
          <a:p>
            <a:r>
              <a:rPr lang="en-US" sz="2400">
                <a:latin typeface="Aptos" panose="020B0004020202020204" pitchFamily="34" charset="0"/>
              </a:rPr>
              <a:t>Controllers handle requests, services contain business logic</a:t>
            </a:r>
          </a:p>
          <a:p>
            <a:r>
              <a:rPr lang="en-US" sz="2400">
                <a:latin typeface="Aptos" panose="020B0004020202020204" pitchFamily="34" charset="0"/>
              </a:rPr>
              <a:t>Validation and admin security are handled centrally for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3194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4E79-28F1-453B-0625-EBCAF031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Database and Firebase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434A6-A96D-1A5B-A623-70BC8A9B8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Firestore stores articles, categories, and user interactions</a:t>
            </a:r>
          </a:p>
          <a:p>
            <a:r>
              <a:rPr lang="en-US" sz="2400">
                <a:latin typeface="Aptos" panose="020B0004020202020204" pitchFamily="34" charset="0"/>
              </a:rPr>
              <a:t>Firebase Auth manages secure user identity and session flow</a:t>
            </a:r>
          </a:p>
          <a:p>
            <a:r>
              <a:rPr lang="en-US" sz="2400">
                <a:latin typeface="Aptos" panose="020B0004020202020204" pitchFamily="34" charset="0"/>
              </a:rPr>
              <a:t>Firebase Storage is prepared for article media and assets</a:t>
            </a:r>
          </a:p>
        </p:txBody>
      </p:sp>
    </p:spTree>
    <p:extLst>
      <p:ext uri="{BB962C8B-B14F-4D97-AF65-F5344CB8AC3E}">
        <p14:creationId xmlns:p14="http://schemas.microsoft.com/office/powerpoint/2010/main" val="1666738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1A3F-CEC2-E4E8-5B9B-BB48EC13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Performance, Security, and Scalability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EAA68-D4D5-C2D0-EC82-5458160FE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Performance: caching, pagination, optimized image loading, and skeleton UI</a:t>
            </a:r>
          </a:p>
          <a:p>
            <a:r>
              <a:rPr lang="en-US" sz="2400">
                <a:latin typeface="Aptos" panose="020B0004020202020204" pitchFamily="34" charset="0"/>
              </a:rPr>
              <a:t>Security: JWT admin protection, Zod validation, Firebase integration</a:t>
            </a:r>
          </a:p>
          <a:p>
            <a:r>
              <a:rPr lang="en-US" sz="2400">
                <a:latin typeface="Aptos" panose="020B0004020202020204" pitchFamily="34" charset="0"/>
              </a:rPr>
              <a:t>Scalability: modular features, repository pattern, service-based backend design</a:t>
            </a:r>
          </a:p>
        </p:txBody>
      </p:sp>
    </p:spTree>
    <p:extLst>
      <p:ext uri="{BB962C8B-B14F-4D97-AF65-F5344CB8AC3E}">
        <p14:creationId xmlns:p14="http://schemas.microsoft.com/office/powerpoint/2010/main" val="1333991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6068-53A7-BCAA-7068-FB5B00D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Aptos Display" panose="020B0004020202020204" pitchFamily="34" charset="0"/>
              </a:rPr>
              <a:t>Conclusion and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59ED5-7C1F-D8A6-C120-9153A11FF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PulseWire demonstrates full-stack mobile engineering plus product thinking</a:t>
            </a:r>
          </a:p>
          <a:p>
            <a:r>
              <a:rPr lang="en-US" sz="2400">
                <a:latin typeface="Aptos" panose="020B0004020202020204" pitchFamily="34" charset="0"/>
              </a:rPr>
              <a:t>It combines premium UX, structured architecture, and cloud-ready backend design</a:t>
            </a:r>
          </a:p>
          <a:p>
            <a:r>
              <a:rPr lang="en-US" sz="2400">
                <a:latin typeface="Aptos" panose="020B0004020202020204" pitchFamily="34" charset="0"/>
              </a:rPr>
              <a:t>Future work includes real notifications, stronger analytics, testing, and advanced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8006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PulseWire</vt:lpstr>
      <vt:lpstr>Problem Statement</vt:lpstr>
      <vt:lpstr>Solution Overview</vt:lpstr>
      <vt:lpstr>Tech Stack</vt:lpstr>
      <vt:lpstr>System Architecture</vt:lpstr>
      <vt:lpstr>Flutter Architecture</vt:lpstr>
      <vt:lpstr>Frontend User Flow</vt:lpstr>
      <vt:lpstr>UI and UX Design</vt:lpstr>
      <vt:lpstr>Home Screen Features</vt:lpstr>
      <vt:lpstr>Search, Detail, and Bookmarks</vt:lpstr>
      <vt:lpstr>Profile and Personalization</vt:lpstr>
      <vt:lpstr>Backend Architecture</vt:lpstr>
      <vt:lpstr>Database and Firebase</vt:lpstr>
      <vt:lpstr>Performance, Security, and Scalability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Saeed</dc:creator>
  <cp:lastModifiedBy>Huzaifa Saeed</cp:lastModifiedBy>
  <cp:revision>1</cp:revision>
  <dcterms:created xsi:type="dcterms:W3CDTF">2026-04-22T12:33:50Z</dcterms:created>
  <dcterms:modified xsi:type="dcterms:W3CDTF">2026-04-22T12:33:50Z</dcterms:modified>
</cp:coreProperties>
</file>